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35"/>
  </p:normalViewPr>
  <p:slideViewPr>
    <p:cSldViewPr snapToGrid="0" snapToObjects="1">
      <p:cViewPr varScale="1">
        <p:scale>
          <a:sx n="119" d="100"/>
          <a:sy n="119" d="100"/>
        </p:scale>
        <p:origin x="13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hackerwithdrip.github.io/munsoft-prototyp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ionel-raseemela-46090ab9/" TargetMode="External"/><Relationship Id="rId2" Type="http://schemas.openxmlformats.org/officeDocument/2006/relationships/hyperlink" Target="mailto:lraseemela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ckerwithdrip.github.io/lionel-portfol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Website Modernization &amp; Digital Enhancement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Lionel Raseemela</a:t>
            </a:r>
          </a:p>
          <a:p>
            <a:r>
              <a:t>Platform Engineer Intern at IBM</a:t>
            </a:r>
          </a:p>
          <a:p>
            <a:r>
              <a:t>7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Who am I</a:t>
            </a:r>
            <a:r>
              <a:rPr b="1" dirty="0">
                <a:solidFill>
                  <a:schemeClr val="tx2"/>
                </a:solidFill>
              </a:rPr>
              <a:t>:</a:t>
            </a:r>
          </a:p>
          <a:p>
            <a:r>
              <a:rPr dirty="0"/>
              <a:t>- Software &amp; Platform Engineer Intern at IBM</a:t>
            </a:r>
          </a:p>
          <a:p>
            <a:r>
              <a:rPr dirty="0"/>
              <a:t>- BSc Computer Science graduate (Nelson Mandela University)</a:t>
            </a:r>
          </a:p>
          <a:p>
            <a:r>
              <a:rPr dirty="0"/>
              <a:t>- Passionate about digital transformation and UI modernization</a:t>
            </a:r>
          </a:p>
          <a:p>
            <a:endParaRPr b="1" dirty="0"/>
          </a:p>
          <a:p>
            <a:r>
              <a:rPr b="1" dirty="0">
                <a:solidFill>
                  <a:schemeClr val="tx2"/>
                </a:solidFill>
              </a:rPr>
              <a:t>Why I Reached Out:</a:t>
            </a:r>
          </a:p>
          <a:p>
            <a:r>
              <a:rPr dirty="0"/>
              <a:t>- To present a modern, responsive redesign of </a:t>
            </a:r>
            <a:r>
              <a:rPr dirty="0" err="1"/>
              <a:t>Munsoft’s</a:t>
            </a:r>
            <a:r>
              <a:rPr dirty="0"/>
              <a:t> website that aligns with your brand and improves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u="sng" dirty="0">
                <a:solidFill>
                  <a:schemeClr val="tx2"/>
                </a:solidFill>
              </a:rPr>
              <a:t>Current </a:t>
            </a:r>
            <a:r>
              <a:rPr b="1" u="sng" dirty="0" err="1">
                <a:solidFill>
                  <a:schemeClr val="tx2"/>
                </a:solidFill>
              </a:rPr>
              <a:t>Munsoft</a:t>
            </a:r>
            <a:r>
              <a:rPr b="1" u="sng" dirty="0">
                <a:solidFill>
                  <a:schemeClr val="tx2"/>
                </a:solidFill>
              </a:rPr>
              <a:t> website:</a:t>
            </a:r>
          </a:p>
          <a:p>
            <a:r>
              <a:rPr dirty="0"/>
              <a:t>- Outdated design and layout</a:t>
            </a:r>
          </a:p>
          <a:p>
            <a:r>
              <a:rPr dirty="0"/>
              <a:t>- Limited mobile responsiveness</a:t>
            </a:r>
            <a:r>
              <a:rPr lang="en-US" dirty="0"/>
              <a:t>, broken elements</a:t>
            </a:r>
            <a:endParaRPr dirty="0"/>
          </a:p>
          <a:p>
            <a:r>
              <a:rPr dirty="0"/>
              <a:t>- Navigation and UX challenges</a:t>
            </a:r>
          </a:p>
          <a:p>
            <a:r>
              <a:rPr dirty="0"/>
              <a:t>- Lack of engaging visuals and interactivity.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The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Live Demo: </a:t>
            </a:r>
            <a:r>
              <a:rPr lang="en-US" dirty="0">
                <a:hlinkClick r:id="rId2"/>
              </a:rPr>
              <a:t>Munsoft-Website-Prototype</a:t>
            </a:r>
            <a:endParaRPr dirty="0"/>
          </a:p>
          <a:p>
            <a:endParaRPr dirty="0"/>
          </a:p>
          <a:p>
            <a:r>
              <a:rPr b="1" dirty="0">
                <a:solidFill>
                  <a:schemeClr val="tx2"/>
                </a:solidFill>
              </a:rPr>
              <a:t>Key Features:</a:t>
            </a:r>
          </a:p>
          <a:p>
            <a:r>
              <a:rPr sz="2800" dirty="0"/>
              <a:t>- Clean, modern UI</a:t>
            </a:r>
          </a:p>
          <a:p>
            <a:r>
              <a:rPr sz="2800" dirty="0"/>
              <a:t>- Fully responsive and mobile-friendly</a:t>
            </a:r>
          </a:p>
          <a:p>
            <a:r>
              <a:rPr sz="2800" dirty="0"/>
              <a:t>- Improved accessibility</a:t>
            </a:r>
          </a:p>
          <a:p>
            <a:r>
              <a:rPr sz="2800" dirty="0"/>
              <a:t>- Enhanced content structure</a:t>
            </a:r>
          </a:p>
          <a:p>
            <a:r>
              <a:rPr sz="2800" dirty="0"/>
              <a:t>- Light &amp; Dark mode integration</a:t>
            </a:r>
          </a:p>
        </p:txBody>
      </p:sp>
      <p:pic>
        <p:nvPicPr>
          <p:cNvPr id="4" name="Picture 3" descr="Screenshot 2025-11-05 at 18.24.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680" y="2662068"/>
            <a:ext cx="2944707" cy="1533863"/>
          </a:xfrm>
          <a:prstGeom prst="rect">
            <a:avLst/>
          </a:prstGeom>
        </p:spPr>
      </p:pic>
      <p:pic>
        <p:nvPicPr>
          <p:cNvPr id="5" name="Picture 4" descr="Screenshot 2025-11-05 at 18.24.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026" y="4817712"/>
            <a:ext cx="2816013" cy="1308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Value to </a:t>
            </a:r>
            <a:r>
              <a:rPr dirty="0" err="1">
                <a:solidFill>
                  <a:schemeClr val="tx2"/>
                </a:solidFill>
              </a:rPr>
              <a:t>Munsoft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Modern, user-friendly website aligned with 2025 standards</a:t>
            </a:r>
          </a:p>
          <a:p>
            <a:r>
              <a:rPr dirty="0"/>
              <a:t>- Improved customer engagement and accessibility</a:t>
            </a:r>
          </a:p>
          <a:p>
            <a:r>
              <a:rPr dirty="0"/>
              <a:t>- Opportunity to integrate AI and smart dashboards</a:t>
            </a:r>
          </a:p>
          <a:p>
            <a:r>
              <a:rPr dirty="0"/>
              <a:t>- Collaborative and flexible development approach.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Proposed Collaboration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b="1" u="sng" dirty="0"/>
              <a:t>Option A </a:t>
            </a:r>
            <a:r>
              <a:rPr dirty="0"/>
              <a:t>– </a:t>
            </a:r>
            <a:r>
              <a:rPr dirty="0">
                <a:solidFill>
                  <a:srgbClr val="0070C0"/>
                </a:solidFill>
              </a:rPr>
              <a:t>Purchase the Website (Once-off Sale):</a:t>
            </a:r>
          </a:p>
          <a:p>
            <a:r>
              <a:rPr dirty="0"/>
              <a:t>- Deliver the full production-ready version, including codebase and deployment support.</a:t>
            </a:r>
          </a:p>
          <a:p>
            <a:r>
              <a:rPr dirty="0"/>
              <a:t>- Suggested Price: R</a:t>
            </a:r>
            <a:r>
              <a:rPr lang="en-US" dirty="0"/>
              <a:t>7</a:t>
            </a:r>
            <a:r>
              <a:rPr dirty="0"/>
              <a:t>,</a:t>
            </a:r>
            <a:r>
              <a:rPr lang="en-US" dirty="0"/>
              <a:t>5</a:t>
            </a:r>
            <a:r>
              <a:rPr dirty="0"/>
              <a:t>00</a:t>
            </a:r>
          </a:p>
          <a:p>
            <a:r>
              <a:rPr dirty="0"/>
              <a:t>- Payment: 50% upfront deposit (R</a:t>
            </a:r>
            <a:r>
              <a:rPr lang="en-US" dirty="0"/>
              <a:t>3</a:t>
            </a:r>
            <a:r>
              <a:rPr dirty="0"/>
              <a:t>,750), 50% after delivery.</a:t>
            </a:r>
          </a:p>
          <a:p>
            <a:pPr marL="0" indent="0">
              <a:buNone/>
            </a:pPr>
            <a:endParaRPr dirty="0"/>
          </a:p>
          <a:p>
            <a:r>
              <a:rPr b="1" u="sng" dirty="0"/>
              <a:t>Option B </a:t>
            </a:r>
            <a:r>
              <a:rPr dirty="0"/>
              <a:t>– </a:t>
            </a:r>
            <a:r>
              <a:rPr dirty="0">
                <a:solidFill>
                  <a:srgbClr val="0070C0"/>
                </a:solidFill>
              </a:rPr>
              <a:t>Ongoing Partnership (Contract Basis):</a:t>
            </a:r>
          </a:p>
          <a:p>
            <a:r>
              <a:rPr dirty="0"/>
              <a:t>- Collaborate on digital enhancements and AI-powered dashboards.</a:t>
            </a:r>
          </a:p>
          <a:p>
            <a:r>
              <a:rPr dirty="0"/>
              <a:t>- Monthly Retainer: R5,000</a:t>
            </a:r>
          </a:p>
          <a:p>
            <a:r>
              <a:rPr dirty="0"/>
              <a:t>- First month’s payment upfront (R5,000) as project retainer.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Open for other options to make </a:t>
            </a:r>
            <a:r>
              <a:rPr lang="en-US" dirty="0" err="1">
                <a:solidFill>
                  <a:schemeClr val="tx2"/>
                </a:solidFill>
              </a:rPr>
              <a:t>Munsoft’s</a:t>
            </a:r>
            <a:r>
              <a:rPr lang="en-US" dirty="0">
                <a:solidFill>
                  <a:schemeClr val="tx2"/>
                </a:solidFill>
              </a:rPr>
              <a:t> dream a reality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chemeClr val="tx2"/>
                </a:solidFill>
              </a:rPr>
              <a:t>Questions &amp; Answers</a:t>
            </a:r>
            <a:endParaRPr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 dirty="0">
                <a:solidFill>
                  <a:schemeClr val="tx2"/>
                </a:solidFill>
              </a:rPr>
              <a:t>Thank You!</a:t>
            </a:r>
            <a:endParaRPr sz="4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8A7BC-3EDB-067E-C9E1-AC5D9DCC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C2E8B-784B-BD2B-AAE8-8E9BE46EA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lraseemela@gmail.com</a:t>
            </a:r>
            <a:endParaRPr lang="en-US" dirty="0"/>
          </a:p>
          <a:p>
            <a:r>
              <a:rPr lang="en-US" dirty="0"/>
              <a:t>Phone: 0729003705</a:t>
            </a:r>
          </a:p>
          <a:p>
            <a:r>
              <a:rPr lang="en-US" dirty="0"/>
              <a:t>LinkedIn: </a:t>
            </a:r>
            <a:r>
              <a:rPr lang="en-US" dirty="0">
                <a:hlinkClick r:id="rId3"/>
              </a:rPr>
              <a:t>https://www.linkedin.com/in/lionel-raseemela-46090ab9/</a:t>
            </a:r>
            <a:endParaRPr lang="en-US" dirty="0"/>
          </a:p>
          <a:p>
            <a:r>
              <a:rPr lang="en-US" dirty="0"/>
              <a:t>Website: </a:t>
            </a:r>
            <a:r>
              <a:rPr lang="en-US" dirty="0">
                <a:hlinkClick r:id="rId4"/>
              </a:rPr>
              <a:t>https://hackerwithdrip.github.io/lionel-portfolio/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1498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311</Words>
  <Application>Microsoft Macintosh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Website Modernization &amp; Digital Enhancement Proposal</vt:lpstr>
      <vt:lpstr>Introduction</vt:lpstr>
      <vt:lpstr>Problem Statement</vt:lpstr>
      <vt:lpstr>The Prototype</vt:lpstr>
      <vt:lpstr>Value to Munsoft</vt:lpstr>
      <vt:lpstr>Proposed Collaboration Options</vt:lpstr>
      <vt:lpstr>PowerPoint Presentation</vt:lpstr>
      <vt:lpstr>PowerPoint Presentation</vt:lpstr>
      <vt:lpstr>Contacts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Lionel</cp:lastModifiedBy>
  <cp:revision>4</cp:revision>
  <dcterms:created xsi:type="dcterms:W3CDTF">2013-01-27T09:14:16Z</dcterms:created>
  <dcterms:modified xsi:type="dcterms:W3CDTF">2025-11-07T10:24:11Z</dcterms:modified>
  <cp:category/>
</cp:coreProperties>
</file>