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Website Modernization &amp; Digital Enhancement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Lionel Raseemela</a:t>
            </a:r>
          </a:p>
          <a:p>
            <a:r>
              <a:t>7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I Am:</a:t>
            </a:r>
          </a:p>
          <a:p>
            <a:r>
              <a:t>- Software &amp; Platform Engineer Intern at IBM</a:t>
            </a:r>
          </a:p>
          <a:p>
            <a:r>
              <a:t>- BSc Computer Science graduate (Nelson Mandela University)</a:t>
            </a:r>
          </a:p>
          <a:p>
            <a:r>
              <a:t>- Passionate about digital transformation and UI modernization</a:t>
            </a:r>
          </a:p>
          <a:p/>
          <a:p>
            <a:r>
              <a:t>Why I Reached Out:</a:t>
            </a:r>
          </a:p>
          <a:p>
            <a:r>
              <a:t>- To present a modern, responsive redesign of Munsoft’s website that aligns with your brand and improves user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Munsoft website:</a:t>
            </a:r>
          </a:p>
          <a:p>
            <a:r>
              <a:t>- Outdated design and layout</a:t>
            </a:r>
          </a:p>
          <a:p>
            <a:r>
              <a:t>- Limited mobile responsiveness</a:t>
            </a:r>
          </a:p>
          <a:p>
            <a:r>
              <a:t>- Navigation and UX challenges</a:t>
            </a:r>
          </a:p>
          <a:p>
            <a:r>
              <a:t>- Lack of engaging visuals and interactivity.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Demo: https://hackerwithdrip.github.io/munsoft-prototype/</a:t>
            </a:r>
          </a:p>
          <a:p/>
          <a:p>
            <a:r>
              <a:t>Key Features:</a:t>
            </a:r>
          </a:p>
          <a:p>
            <a:r>
              <a:t>- Clean, modern UI</a:t>
            </a:r>
          </a:p>
          <a:p>
            <a:r>
              <a:t>- Fully responsive and mobile-friendly</a:t>
            </a:r>
          </a:p>
          <a:p>
            <a:r>
              <a:t>- Improved accessibility</a:t>
            </a:r>
          </a:p>
          <a:p>
            <a:r>
              <a:t>- Enhanced content structure for clarity.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Collaboration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 A – Purchase the Website (Once-off Sale):</a:t>
            </a:r>
          </a:p>
          <a:p>
            <a:r>
              <a:t>- Deliver the full production-ready version, including codebase and deployment support.</a:t>
            </a:r>
          </a:p>
          <a:p>
            <a:r>
              <a:t>- Suggested Price Range: R15,000 – R25,000</a:t>
            </a:r>
          </a:p>
          <a:p/>
          <a:p>
            <a:r>
              <a:t>Option B – Ongoing Partnership (Contract Basis):</a:t>
            </a:r>
          </a:p>
          <a:p>
            <a:r>
              <a:t>- Collaborate on further digital enhancements.</a:t>
            </a:r>
          </a:p>
          <a:p>
            <a:r>
              <a:t>- Develop smart dashboards and AI-powered analytics interfaces.</a:t>
            </a:r>
          </a:p>
          <a:p>
            <a:r>
              <a:t>- Monthly retainer: R10,000 – R15,000 or project-based quotations.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to Munsoft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Modern, user-friendly website aligned with 2025 standards</a:t>
            </a:r>
          </a:p>
          <a:p>
            <a:r>
              <a:t>- Improved customer engagement and accessibility</a:t>
            </a:r>
          </a:p>
          <a:p>
            <a:r>
              <a:t>- Opportunity to integrate AI and smart dashboards</a:t>
            </a:r>
          </a:p>
          <a:p>
            <a:r>
              <a:t>- Collaborative and flexible development approach.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Discuss preferred collaboration approach</a:t>
            </a:r>
          </a:p>
          <a:p>
            <a:r>
              <a:t>2. Demo walkthrough of the prototype</a:t>
            </a:r>
          </a:p>
          <a:p>
            <a:r>
              <a:t>3. Align on requirements, timelines, and pricing.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Lionel Raseemela</a:t>
            </a:r>
          </a:p>
          <a:p>
            <a:r>
              <a:t>📞 +27 67 088 0796 | ✉️ lraseemela@gmail.com</a:t>
            </a:r>
          </a:p>
          <a:p>
            <a:r>
              <a:t>🔗 linkedin.com/in/lionel-raseemela-46090ab9</a:t>
            </a:r>
          </a:p>
          <a:p>
            <a:r>
              <a:t>🌐 github.com/HackerWithDrip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